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4eb462a4043f8" /><Relationship Type="http://schemas.openxmlformats.org/officeDocument/2006/relationships/extended-properties" Target="/docProps/app.xml" Id="R4555bdbddbbf42a3" /><Relationship Type="http://schemas.openxmlformats.org/officeDocument/2006/relationships/officeDocument" Target="/ppt/presentation.xml" Id="R027579dcfa21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63dbd2687f440b"/>
  </p:sldMasterIdLst>
  <p:notesMasterIdLst>
    <p:notesMasterId xmlns:r="http://schemas.openxmlformats.org/officeDocument/2006/relationships" r:id="Re9a796ed60f84a71"/>
  </p:notesMasterIdLst>
  <p:sldIdLst>
    <p:sldId xmlns:r="http://schemas.openxmlformats.org/officeDocument/2006/relationships" id="256" r:id="Raf256a92bb9d4027"/>
    <p:sldId xmlns:r="http://schemas.openxmlformats.org/officeDocument/2006/relationships" id="257" r:id="R35251ff4c9334e44"/>
    <p:sldId xmlns:r="http://schemas.openxmlformats.org/officeDocument/2006/relationships" id="258" r:id="R5cdb909ddaac492d"/>
    <p:sldId xmlns:r="http://schemas.openxmlformats.org/officeDocument/2006/relationships" id="259" r:id="R578602d0c4344bd9"/>
    <p:sldId xmlns:r="http://schemas.openxmlformats.org/officeDocument/2006/relationships" id="260" r:id="R3fa801aa4a3f42db"/>
    <p:sldId xmlns:r="http://schemas.openxmlformats.org/officeDocument/2006/relationships" id="261" r:id="R48a7e36f28ad421d"/>
    <p:sldId xmlns:r="http://schemas.openxmlformats.org/officeDocument/2006/relationships" id="262" r:id="Rc8e41b96f7a64a4d"/>
    <p:sldId xmlns:r="http://schemas.openxmlformats.org/officeDocument/2006/relationships" id="263" r:id="R9b223b1d6b3147a8"/>
    <p:sldId xmlns:r="http://schemas.openxmlformats.org/officeDocument/2006/relationships" id="264" r:id="R69ea75e864f44bfc"/>
    <p:sldId xmlns:r="http://schemas.openxmlformats.org/officeDocument/2006/relationships" id="265" r:id="R27d140ad34eb4480"/>
    <p:sldId xmlns:r="http://schemas.openxmlformats.org/officeDocument/2006/relationships" id="266" r:id="R7dc11068087f478f"/>
    <p:sldId xmlns:r="http://schemas.openxmlformats.org/officeDocument/2006/relationships" id="267" r:id="R1ee17ed9b04d486b"/>
    <p:sldId xmlns:r="http://schemas.openxmlformats.org/officeDocument/2006/relationships" id="268" r:id="R732caa97c6b8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da6bf61f74993" /><Relationship Type="http://schemas.openxmlformats.org/officeDocument/2006/relationships/slideMaster" Target="/ppt/slideMasters/slideMaster1.xml" Id="Rc463dbd2687f440b" /><Relationship Type="http://schemas.openxmlformats.org/officeDocument/2006/relationships/notesMaster" Target="/ppt/notesMasters/notesMaster1.xml" Id="Re9a796ed60f84a71" /><Relationship Type="http://schemas.openxmlformats.org/officeDocument/2006/relationships/presProps" Target="/ppt/presProps.xml" Id="R1879d86130b14f81" /><Relationship Type="http://schemas.openxmlformats.org/officeDocument/2006/relationships/tableStyles" Target="/ppt/tableStyles.xml" Id="R66f438dd8c004813" /><Relationship Type="http://schemas.openxmlformats.org/officeDocument/2006/relationships/slide" Target="/ppt/slides/slide1.xml" Id="Raf256a92bb9d4027" /><Relationship Type="http://schemas.openxmlformats.org/officeDocument/2006/relationships/slide" Target="/ppt/slides/slide2.xml" Id="R35251ff4c9334e44" /><Relationship Type="http://schemas.openxmlformats.org/officeDocument/2006/relationships/slide" Target="/ppt/slides/slide3.xml" Id="R5cdb909ddaac492d" /><Relationship Type="http://schemas.openxmlformats.org/officeDocument/2006/relationships/slide" Target="/ppt/slides/slide4.xml" Id="R578602d0c4344bd9" /><Relationship Type="http://schemas.openxmlformats.org/officeDocument/2006/relationships/slide" Target="/ppt/slides/slide5.xml" Id="R3fa801aa4a3f42db" /><Relationship Type="http://schemas.openxmlformats.org/officeDocument/2006/relationships/slide" Target="/ppt/slides/slide6.xml" Id="R48a7e36f28ad421d" /><Relationship Type="http://schemas.openxmlformats.org/officeDocument/2006/relationships/slide" Target="/ppt/slides/slide7.xml" Id="Rc8e41b96f7a64a4d" /><Relationship Type="http://schemas.openxmlformats.org/officeDocument/2006/relationships/slide" Target="/ppt/slides/slide8.xml" Id="R9b223b1d6b3147a8" /><Relationship Type="http://schemas.openxmlformats.org/officeDocument/2006/relationships/slide" Target="/ppt/slides/slide9.xml" Id="R69ea75e864f44bfc" /><Relationship Type="http://schemas.openxmlformats.org/officeDocument/2006/relationships/slide" Target="/ppt/slides/slide10.xml" Id="R27d140ad34eb4480" /><Relationship Type="http://schemas.openxmlformats.org/officeDocument/2006/relationships/slide" Target="/ppt/slides/slide11.xml" Id="R7dc11068087f478f" /><Relationship Type="http://schemas.openxmlformats.org/officeDocument/2006/relationships/slide" Target="/ppt/slides/slide12.xml" Id="R1ee17ed9b04d486b" /><Relationship Type="http://schemas.openxmlformats.org/officeDocument/2006/relationships/slide" Target="/ppt/slides/slide13.xml" Id="R732caa97c6b8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aba1839699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ac2dcaa78499d" /><Relationship Type="http://schemas.openxmlformats.org/officeDocument/2006/relationships/notesMaster" Target="/ppt/notesMasters/notesMaster1.xml" Id="R153ec78fd48840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079b52c293438d" /><Relationship Type="http://schemas.openxmlformats.org/officeDocument/2006/relationships/notesMaster" Target="/ppt/notesMasters/notesMaster1.xml" Id="R427ac839393c4e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d608a723e4f80" /><Relationship Type="http://schemas.openxmlformats.org/officeDocument/2006/relationships/notesMaster" Target="/ppt/notesMasters/notesMaster1.xml" Id="R2d0fe2aee54a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e628481fd244c5" /><Relationship Type="http://schemas.openxmlformats.org/officeDocument/2006/relationships/notesMaster" Target="/ppt/notesMasters/notesMaster1.xml" Id="R73005c0566734a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6b7ff166c4da7" /><Relationship Type="http://schemas.openxmlformats.org/officeDocument/2006/relationships/notesMaster" Target="/ppt/notesMasters/notesMaster1.xml" Id="Rb8b698eaf562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a86d957a1403d" /><Relationship Type="http://schemas.openxmlformats.org/officeDocument/2006/relationships/notesMaster" Target="/ppt/notesMasters/notesMaster1.xml" Id="R207ed71632d245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70f0772f7462a" /><Relationship Type="http://schemas.openxmlformats.org/officeDocument/2006/relationships/notesMaster" Target="/ppt/notesMasters/notesMaster1.xml" Id="R448249fee7f24e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c80acb208e44cd" /><Relationship Type="http://schemas.openxmlformats.org/officeDocument/2006/relationships/notesMaster" Target="/ppt/notesMasters/notesMaster1.xml" Id="R37a3020c154741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19508ff5014be8" /><Relationship Type="http://schemas.openxmlformats.org/officeDocument/2006/relationships/notesMaster" Target="/ppt/notesMasters/notesMaster1.xml" Id="Rd5b716a5ea384c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44a0bd239945af" /><Relationship Type="http://schemas.openxmlformats.org/officeDocument/2006/relationships/notesMaster" Target="/ppt/notesMasters/notesMaster1.xml" Id="Rc065396038734c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40be2208b34e4b" /><Relationship Type="http://schemas.openxmlformats.org/officeDocument/2006/relationships/notesMaster" Target="/ppt/notesMasters/notesMaster1.xml" Id="R19b0aa149dd740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db57bb8b3d4382" /><Relationship Type="http://schemas.openxmlformats.org/officeDocument/2006/relationships/notesMaster" Target="/ppt/notesMasters/notesMaster1.xml" Id="R50ee80cc850e4f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8dc2a6885647da" /><Relationship Type="http://schemas.openxmlformats.org/officeDocument/2006/relationships/notesMaster" Target="/ppt/notesMasters/notesMaster1.xml" Id="Rf0b725eae650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f101a592745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2b3b16ec74574" /><Relationship Type="http://schemas.openxmlformats.org/officeDocument/2006/relationships/slideLayout" Target="/ppt/slideLayouts/slideLayout1.xml" Id="R51dc8bf2f1154b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c8bf2f1154b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ed3af09ed425d" /><Relationship Type="http://schemas.openxmlformats.org/officeDocument/2006/relationships/notesSlide" Target="/ppt/notesSlides/notesSlide1.xml" Id="R7c676420765043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4e7cde2004865" /><Relationship Type="http://schemas.openxmlformats.org/officeDocument/2006/relationships/notesSlide" Target="/ppt/notesSlides/notesSlide2.xml" Id="R3824e9e772e5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4dcd157604018" /><Relationship Type="http://schemas.openxmlformats.org/officeDocument/2006/relationships/notesSlide" Target="/ppt/notesSlides/notesSlide3.xml" Id="R947c236b853f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c3aad86274ca2" /><Relationship Type="http://schemas.openxmlformats.org/officeDocument/2006/relationships/notesSlide" Target="/ppt/notesSlides/notesSlide4.xml" Id="Rf4dcd4a8f3594d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ee2fb7e9410b" /><Relationship Type="http://schemas.openxmlformats.org/officeDocument/2006/relationships/notesSlide" Target="/ppt/notesSlides/notesSlide5.xml" Id="Rb344d1de158a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b7d55b5fc4566" /><Relationship Type="http://schemas.openxmlformats.org/officeDocument/2006/relationships/notesSlide" Target="/ppt/notesSlides/notesSlide6.xml" Id="Rde95dd8c4c0e43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609727544411" /><Relationship Type="http://schemas.openxmlformats.org/officeDocument/2006/relationships/notesSlide" Target="/ppt/notesSlides/notesSlide7.xml" Id="Ra49ea35ea1c642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25fc1f1c54739" /><Relationship Type="http://schemas.openxmlformats.org/officeDocument/2006/relationships/notesSlide" Target="/ppt/notesSlides/notesSlide8.xml" Id="R82a0e26b0b3149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f0c4625bd4ac7" /><Relationship Type="http://schemas.openxmlformats.org/officeDocument/2006/relationships/notesSlide" Target="/ppt/notesSlides/notesSlide9.xml" Id="R775d97ef77e942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651b64464579" /><Relationship Type="http://schemas.openxmlformats.org/officeDocument/2006/relationships/notesSlide" Target="/ppt/notesSlides/notesSlide10.xml" Id="R6e7699ee6efb4e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0559dce064f43" /><Relationship Type="http://schemas.openxmlformats.org/officeDocument/2006/relationships/notesSlide" Target="/ppt/notesSlides/notesSlide11.xml" Id="R1576926ab32044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feb6031024303" /><Relationship Type="http://schemas.openxmlformats.org/officeDocument/2006/relationships/notesSlide" Target="/ppt/notesSlides/notesSlide12.xml" Id="Rd0dd1d55f6994e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cf1adfa4d437e" /><Relationship Type="http://schemas.openxmlformats.org/officeDocument/2006/relationships/notesSlide" Target="/ppt/notesSlides/notesSlide13.xml" Id="Re3b9482907ac47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6D811-DF5B-4EC1-8978-10A4AE9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CC31-D38E-4204-82B8-C8E726B3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196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BE544-0AF6-4B92-A07B-C25A4CE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2CEC5-E56D-4B76-819F-9C57CA6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ED64-2885-42F6-A7A8-CCA10ABE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3E6"/>
                </a:solidFill>
              </a:defRPr>
            </a:pPr>
            <a:r>
              <a:rPr sz="1350" b="1">
                <a:solidFill>
                  <a:srgbClr val="3973E6"/>
                </a:solidFill>
              </a:rPr>
              <a:t>ДИПЛОМСКИ РАД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45E3C-EE6D-4CA6-84EE-DE949B73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81125"/>
            <a:ext cx="857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B4D"/>
                </a:solidFill>
              </a:defRPr>
            </a:pPr>
            <a:r>
              <a:rPr sz="3525" b="1">
                <a:solidFill>
                  <a:srgbClr val="172B4D"/>
                </a:solidFill>
              </a:rPr>
              <a:t>Библиотека за аутентификацију</a:t>
            </a:r>
          </a:p>
          <a:p xmlns:a="http://schemas.openxmlformats.org/drawingml/2006/main">
            <a:pPr algn="l">
              <a:defRPr sz="3525" b="1">
                <a:solidFill>
                  <a:srgbClr val="172B4D"/>
                </a:solidFill>
              </a:defRPr>
            </a:pPr>
            <a:r>
              <a:rPr sz="3525" b="1">
                <a:solidFill>
                  <a:srgbClr val="172B4D"/>
                </a:solidFill>
              </a:rPr>
              <a:t>микросервисне комуникације</a:t>
            </a:r>
          </a:p>
          <a:p xmlns:a="http://schemas.openxmlformats.org/drawingml/2006/main">
            <a:pPr algn="l">
              <a:defRPr sz="3525" b="1">
                <a:solidFill>
                  <a:srgbClr val="172B4D"/>
                </a:solidFill>
              </a:defRPr>
            </a:pPr>
            <a:r>
              <a:rPr sz="3525" b="1">
                <a:solidFill>
                  <a:srgbClr val="172B4D"/>
                </a:solidFill>
              </a:rPr>
              <a:t>коришћењем метода Zero-Knowledge Proofs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30CDC-56A7-4353-AD97-50417058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B2655-7375-4CE4-8A06-845C5845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Наташа Кашиковић · SV69/2022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C705B-1943-42A0-9C77-231D0DAF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434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3"/>
                </a:solidFill>
              </a:defRPr>
            </a:pPr>
            <a:r>
              <a:rPr sz="1425" b="0">
                <a:solidFill>
                  <a:srgbClr val="657083"/>
                </a:solidFill>
              </a:rPr>
              <a:t>Ментор: др Горан Савић, редовни професор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BA31F-DBE0-4176-9D40-5C728B2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Факултет техничких наука • Нови Сад, 2026.</a:t>
            </a:r>
          </a:p>
        </p:txBody>
      </p:sp>
    </p:spTree>
    <p:extLst>
      <p:ext uri="{BB962C8B-B14F-4D97-AF65-F5344CB8AC3E}">
        <p14:creationId xmlns:p14="http://schemas.microsoft.com/office/powerpoint/2010/main" val="1628354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ED4E4-A54E-4CFE-A0B0-CF9FC4F8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F755-B67D-491E-BCD1-637D7FE0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5C318-6017-4B53-851B-FD6F017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МОТИВАЦИЈА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DF1C4-AE23-4DE3-9DBE-1177617E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8A64B-9990-437D-913E-EC9FCA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36565-6A8E-4227-89F3-8D1E2E98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Тајне у комуникацији сервиса су потенцијална тачка ризика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3F71-12C1-4959-9AA3-93AE034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083"/>
                </a:solidFill>
              </a:defRPr>
            </a:pPr>
            <a:r>
              <a:rPr sz="1575" b="1">
                <a:solidFill>
                  <a:srgbClr val="657083"/>
                </a:solidFill>
              </a:rPr>
              <a:t>Традиционални механизми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03720-843A-4A16-A172-3382ECD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FF5D3-0EBC-458F-9974-449DC94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API кључ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163A6-F827-4824-864E-E9B79E17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6952-DDAE-4B95-86FF-7293C053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8127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JWT токен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EE184-8833-4289-B68C-7A655F3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2C33E-E2BC-4675-9DD3-F6A85BE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8127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mTLS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7D895-AAB1-4FBA-B90F-0AD33E2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C04AA-AA35-4B35-AD1C-FF16B227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095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A1CE6-EACA-4992-8CC9-982B46B7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B4D"/>
                </a:solidFill>
              </a:defRPr>
            </a:pPr>
            <a:r>
              <a:rPr sz="1950" b="1">
                <a:solidFill>
                  <a:srgbClr val="172B4D"/>
                </a:solidFill>
              </a:rPr>
              <a:t>ZKP 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A556A-4667-498E-ACB2-883B8E46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631BB-9B72-43D0-A828-8B1448C2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Циљ: потврдити идентитет сервиса без преноса приватног кључа.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05CAF-CB1E-4CE8-8D32-67ED817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6B9BB-24A7-4CAC-9322-499262D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Доказ се везује за конкретан HTTP захтјев, а не само за идентитет.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FE39A-9E49-4967-B4BF-7A38E2F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0A956-9401-4782-ABF1-A604A26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6252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Рјешење је реализовано као Rust библиотека и провјерено у микросервисној апликацији.</a:t>
            </a:r>
          </a:p>
        </p:txBody>
      </p:sp>
    </p:spTree>
    <p:extLst>
      <p:ext uri="{BB962C8B-B14F-4D97-AF65-F5344CB8AC3E}">
        <p14:creationId xmlns:p14="http://schemas.microsoft.com/office/powerpoint/2010/main" val="536980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BA98E-7854-483F-A743-F6BABD86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33DE-6C3A-4313-BF70-2563FC97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AB679-B723-43A3-9BF7-DC35C2D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ОСНОВЕ ZKP ПРОТОКОЛА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798BA-C6C6-4509-BB94-02315B6F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1F2B3-9319-410F-BF5A-62F97A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0DBC9-3F8F-46ED-84B9-9CCC247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ZKP потврђује знање тајне — без њеног откривања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AFA94-A32F-4C36-8699-A906C45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13CC7-8897-461B-A83A-C0E3E21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Доказивач</a:t>
            </a:r>
          </a:p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посједује тајну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19824-85A5-480C-9E9D-8EFF744F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13335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D5E75-A509-4C90-92AA-014893B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86B84-851A-4FC2-A15C-AA18D767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4790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Криптографски</a:t>
            </a:r>
          </a:p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доказ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FDFD7-B85F-4CB0-94E9-6735001D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49805-1DCC-490B-BCE0-1A105EF7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907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4809D-F314-4BE4-B5C3-3486CB8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4790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Провјерилац</a:t>
            </a:r>
          </a:p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има јавни кључ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4EA15-9F2E-48A0-8306-0D1CF53C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Три неопходна својства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969C9-F221-4B38-A7C9-BA994A8F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763D8-C1C4-46C3-A13B-2EB553A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Потпуност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43961-17DF-4743-BA35-B3AED796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исправан доказ се прихвата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62B1B-EBA4-4728-9E15-1F862DE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1DF96-7739-4838-A3D7-FE31323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Поузданост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CDDAE-F00A-4B23-B093-1E396EE8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29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лажан доказ се одбија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7A268-A741-42D5-B338-89852A9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B0C7A-DD0F-4161-9D23-BB041D6F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A78"/>
                </a:solidFill>
              </a:defRPr>
            </a:pPr>
            <a:r>
              <a:rPr sz="1650" b="1">
                <a:solidFill>
                  <a:srgbClr val="227A78"/>
                </a:solidFill>
              </a:rPr>
              <a:t>Нулто знање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5CBEB-F98D-4D1E-AFBB-F23D6BF3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9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тајна се не открива</a:t>
            </a:r>
          </a:p>
        </p:txBody>
      </p:sp>
    </p:spTree>
    <p:extLst>
      <p:ext uri="{BB962C8B-B14F-4D97-AF65-F5344CB8AC3E}">
        <p14:creationId xmlns:p14="http://schemas.microsoft.com/office/powerpoint/2010/main" val="1928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A2BB6-6419-4590-A93D-95095DB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DEE1D-AFCD-406C-8E40-01781E0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263CD-E040-4B6C-9B42-C708D7A6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SCHNORR ПРОТОКОЛ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A33FD-6F8E-4EBB-A14D-98570AD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71B02-69BF-4C6B-93F1-BDC508E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4AB10-B861-45A3-B8CE-697246A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Schnorr протокол доказује посједовање приватног кључа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E02F2-2F1A-4D58-B09F-8C8F25D2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83"/>
                </a:solidFill>
              </a:defRPr>
            </a:pPr>
            <a:r>
              <a:rPr sz="1575" b="0">
                <a:solidFill>
                  <a:srgbClr val="657083"/>
                </a:solidFill>
              </a:rPr>
              <a:t>Доказивач зна приватни кључ x, док провјерилац познаје само јавни кључ X = xG.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7134B-7A67-4E4C-834C-FC9EC92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28E5A-DAE3-4437-AF14-F0B4921A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152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1  Commitment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R = 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F9E68-B5F1-4EC7-B99A-F91586D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28925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8391A-E84D-4EC2-A192-F7B2E374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78DBD-A9DA-4825-8B26-B80AAA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152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2  Challenge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AB210-EF05-48B8-B2D7-1CF42C3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28925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74E8F-FE01-4D5D-BD28-30FA75A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2B4DD-50F5-46C9-8317-3E8EAEC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152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3  Response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s = r + cx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DF6ED-71E9-4D5D-92EC-D3DF6657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809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5C33B-4324-4AAC-B054-10EB2F9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00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4D"/>
                </a:solidFill>
              </a:defRPr>
            </a:pPr>
            <a:r>
              <a:rPr sz="2175" b="1">
                <a:solidFill>
                  <a:srgbClr val="172B4D"/>
                </a:solidFill>
              </a:rPr>
              <a:t>Провјера:  sG = R + 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4D819-3028-4AC9-8C86-2507BF78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386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083"/>
                </a:solidFill>
              </a:defRPr>
            </a:pPr>
            <a:r>
              <a:rPr sz="1425" b="0">
                <a:solidFill>
                  <a:srgbClr val="657083"/>
                </a:solidFill>
              </a:rPr>
              <a:t>Из доказа се не може израчунати приватни кључ x.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D2FD9-1A96-4F00-93DE-208CAEF8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973E6"/>
                </a:solidFill>
              </a:defRPr>
            </a:pPr>
            <a:r>
              <a:rPr sz="1500" b="1">
                <a:solidFill>
                  <a:srgbClr val="3973E6"/>
                </a:solidFill>
              </a:rPr>
              <a:t>У основном облику протокол је интерактиван: провјерилац шаље challenge вриједност.</a:t>
            </a:r>
          </a:p>
        </p:txBody>
      </p:sp>
    </p:spTree>
    <p:extLst>
      <p:ext uri="{BB962C8B-B14F-4D97-AF65-F5344CB8AC3E}">
        <p14:creationId xmlns:p14="http://schemas.microsoft.com/office/powerpoint/2010/main" val="16312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08EF2-E5C2-45FC-91E5-8E6D2A32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50EB4-FDF2-43A5-B8DE-03D9BF73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3A04F-9141-44EA-8776-E3EA681F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SCHNORR + FIAT–SHAMIR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C0D8C-BCAF-4DC8-8C55-803822C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8B08-C6EB-4372-8117-78D557B0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F1E21-5FA9-4089-94A3-D230FA80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Fiat–Shamir трансформација уклања интерактивни корак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4B3D6-54B7-4E47-94C9-603A096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7083"/>
                </a:solidFill>
              </a:defRPr>
            </a:pPr>
            <a:r>
              <a:rPr sz="1650" b="1">
                <a:solidFill>
                  <a:srgbClr val="657083"/>
                </a:solidFill>
              </a:rPr>
              <a:t>Приватни кључ: x    •    Јавни кључ: X = xG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4F64A-7371-447D-9586-B1F2B75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333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84E80-5885-436E-A170-EBC5C2C3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105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1  commitment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R = 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2C22B-DF3C-4361-BCCA-B75CE23E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19400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19401-D4F2-46BE-8C41-5C83B92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146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846D-C458-47BD-B439-3A85FF1E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71750"/>
            <a:ext cx="2628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2  challenge</a:t>
            </a:r>
          </a:p>
          <a:p xmlns:a="http://schemas.openxmlformats.org/drawingml/2006/main">
            <a:pPr algn="ctr"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c = H(R, X, контекст)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929C2-F6EF-47A5-9FE6-2115A9F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19400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C1577-3404-499E-A052-0025453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14600"/>
            <a:ext cx="2333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C4A68-BF88-442D-BB3D-24A6E9C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71750"/>
            <a:ext cx="2105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3  response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s = r + cx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5C9F5-9CDF-45DA-AFA0-D60BB6CD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43375"/>
            <a:ext cx="857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06994-B862-400C-AABD-44E6A28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957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4D"/>
                </a:solidFill>
              </a:defRPr>
            </a:pPr>
            <a:r>
              <a:rPr sz="2250" b="1">
                <a:solidFill>
                  <a:srgbClr val="172B4D"/>
                </a:solidFill>
              </a:rPr>
              <a:t>Провјера:  sG = R + 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CCAA2-75E9-42A4-AA6F-E0CF1B05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Хеш функција формира изазов из доказа, јавног кључа и контекста захтјева.</a:t>
            </a:r>
          </a:p>
        </p:txBody>
      </p:sp>
    </p:spTree>
    <p:extLst>
      <p:ext uri="{BB962C8B-B14F-4D97-AF65-F5344CB8AC3E}">
        <p14:creationId xmlns:p14="http://schemas.microsoft.com/office/powerpoint/2010/main" val="1877873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5D0FE-E240-4DB4-8228-9EBB3E11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392F1-D55D-425F-BCA1-896F639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93F13-7325-4C0A-999B-B7004AAC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АРХИТЕКТУРА БИБЛИОТЕКЕ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386BB-538A-40FB-B707-4BF4F91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8BF49-C056-4FE1-AB52-35F87364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D9C98-5CFB-4440-938C-55BF573E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Криптографска логика је одвојена од HTTP аутентификације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36BC5-E1C1-48EB-B09C-DF49B41E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24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38FD8-D4D1-444B-8EE0-76EF8730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973E6"/>
                </a:solidFill>
              </a:defRPr>
            </a:pPr>
            <a:r>
              <a:rPr sz="2025" b="1">
                <a:solidFill>
                  <a:srgbClr val="3973E6"/>
                </a:solidFill>
              </a:rPr>
              <a:t>schnorr crate пакет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1C59D-1114-4952-A4B1-81ECF9E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52445-2AAE-4F10-B8E0-6EDD14DC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289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group — кључеви и commitment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E1D4F-606E-4B95-BC7C-79B5C9D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B9251-F390-4779-958D-A0B204A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432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fiat_shamir — извођење challenge вриједности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4B726-264F-40B5-956F-BA9F654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CC3DD-3C7D-42BE-AC08-46D0165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576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prover — генерисање доказа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FD9CF-2563-47F7-9362-A05FCA67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543A4-5413-427C-8CCC-7568A09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719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verifier — провјера доказа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5F5FF-43FF-4556-AF07-463B3BD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904875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9023F-EC24-465B-BC19-C0271DE7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524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68A0D-84E0-4024-9270-4BEB210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7A78"/>
                </a:solidFill>
              </a:defRPr>
            </a:pPr>
            <a:r>
              <a:rPr sz="2025" b="1">
                <a:solidFill>
                  <a:srgbClr val="227A78"/>
                </a:solidFill>
              </a:rPr>
              <a:t>auth crate пакет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DCAD5-BB93-4270-9BC9-FA0F4FC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463E6-C87E-4711-9454-3F6E582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289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context — подаци HTTP захтјева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FAE97-3751-4CE8-B0CF-47C85A5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55862-9F15-406B-9C1B-0256B89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432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proof — креирање и провјера пакета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13176-4CE2-4C99-A882-9C118F7A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F434F-C0FE-45A2-8C68-BE6E8F6B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5762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replay — nonce и временска ознака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D0039-F9A5-4B8E-8AE3-DB4E2031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BD22E-A40E-49E9-B628-B6E1BEC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71975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error — типови грешака</a:t>
            </a:r>
          </a:p>
        </p:txBody>
      </p:sp>
    </p:spTree>
    <p:extLst>
      <p:ext uri="{BB962C8B-B14F-4D97-AF65-F5344CB8AC3E}">
        <p14:creationId xmlns:p14="http://schemas.microsoft.com/office/powerpoint/2010/main" val="1203380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41F90-43CD-40B5-BAE1-EAB6C8AF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60BA4-AB8A-4EE7-AE88-B21F8FB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94564-DE9E-48EB-B4D5-E87CED5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ИМПЛЕМЕНТАЦИОНИ ИЗБОРИ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388D-F9C3-4EED-895A-BA670F7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68EEC-D367-4946-9D9B-6B0070B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529FE-9214-4FB5-965E-2D75183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Изабране технологије подржавају безбједну и јасну имплементацију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9E275-8149-4ADC-8E7D-92BA12A2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8DEE3-D667-4C48-8ECB-46FA4C1A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3E6"/>
                </a:solidFill>
              </a:defRPr>
            </a:pPr>
            <a:r>
              <a:rPr sz="1725" b="1">
                <a:solidFill>
                  <a:srgbClr val="3973E6"/>
                </a:solidFill>
              </a:rPr>
              <a:t>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66A4B-DEEC-49D2-B242-39CDB86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меморијска безбједност и погодност за системске библиотеке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BF342-0EDA-4D17-A2EB-3B48788F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F1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72F17-D517-4277-BE24-014D6604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7A78"/>
                </a:solidFill>
              </a:defRPr>
            </a:pPr>
            <a:r>
              <a:rPr sz="1725" b="1">
                <a:solidFill>
                  <a:srgbClr val="227A78"/>
                </a:solidFill>
              </a:rPr>
              <a:t>Ristretto255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76AAE-4905-4CEE-8E64-8902668E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група над којом је реализован Schnorr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74E89-379E-4BE5-9C8F-3DCCB6D4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F1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66BCF-ABB6-4C95-99B2-EB684D1F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3E6"/>
                </a:solidFill>
              </a:defRPr>
            </a:pPr>
            <a:r>
              <a:rPr sz="1725" b="1">
                <a:solidFill>
                  <a:srgbClr val="3973E6"/>
                </a:solidFill>
              </a:rPr>
              <a:t>curve25519-dalek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A0470-4137-406B-8C91-1BD8854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операције над скаларима и тачкама елиптичке криве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55313-1367-48A2-A655-1D58465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F1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9191B-AE4E-475E-8684-24D92B1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7A78"/>
                </a:solidFill>
              </a:defRPr>
            </a:pPr>
            <a:r>
              <a:rPr sz="1725" b="1">
                <a:solidFill>
                  <a:srgbClr val="227A78"/>
                </a:solidFill>
              </a:rPr>
              <a:t>SHA-512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A4E41-0503-448F-AB1C-7C7A0FD6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извођење Fiat–Shamir challenge вриједности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870C7-15F6-4745-B563-D51A9191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014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F1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03E3C-2128-4CED-B3DE-A24512C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3E6"/>
                </a:solidFill>
              </a:defRPr>
            </a:pPr>
            <a:r>
              <a:rPr sz="1725" b="1">
                <a:solidFill>
                  <a:srgbClr val="3973E6"/>
                </a:solidFill>
              </a:rPr>
              <a:t>SHA-256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0CA0B-AB3B-47C4-8DE7-ACDFE1D3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хеширање тијела и везивање доказа за HTTP захтјев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978D6-53A1-4F98-A66C-C722777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626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Комбинација омогућава да криптографски дио остане одвојен од HTTP и пословне логике.</a:t>
            </a:r>
          </a:p>
        </p:txBody>
      </p:sp>
    </p:spTree>
    <p:extLst>
      <p:ext uri="{BB962C8B-B14F-4D97-AF65-F5344CB8AC3E}">
        <p14:creationId xmlns:p14="http://schemas.microsoft.com/office/powerpoint/2010/main" val="1505926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DC07F-B538-400A-859B-97A1685D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31CC3-8B9E-4EF0-B911-151C0D75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2378A-FEC3-493E-854D-27AC65F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КОНТЕКСТ ЗАХТЈЕВА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F1E0C-2A5A-4C11-992B-2DA9568B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31B15-A3D8-4B83-A9A3-80C4A164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7C564-FA34-48CF-81CD-B0C2CE0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Доказ важи само за један тачно одређен захтјев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F1329-64F8-4F3C-8380-2CEAFBB1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5DE9-DE0A-4328-9A4E-BFE5BD7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service_id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C32A4-3322-47DB-941F-3EAD0B0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идентитет пошиљаоца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2A876-D6B1-4206-8DDC-77486AE7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7DBEC-277D-4D79-86E6-6C2E91BF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A11F7-DE19-4792-8B45-0650A9F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одредишни сервис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94DA4-79CA-46D6-BB4A-35F07E1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299B5-CE49-4D94-8459-3883B81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method +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93869-2FC8-4806-B0F9-FE159637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операција и путања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BF743-1BE3-43BE-A4A4-9F445AA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EDF27-773A-460B-835B-324788F6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3E6"/>
                </a:solidFill>
              </a:defRPr>
            </a:pPr>
            <a:r>
              <a:rPr sz="1650" b="1">
                <a:solidFill>
                  <a:srgbClr val="3973E6"/>
                </a:solidFill>
              </a:rPr>
              <a:t>body_sha256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0C544-B406-4A51-A80C-EF5C70F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садржај тијела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1005E-2400-4721-8695-639576A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E35B2-7D41-43F9-B6E0-0EBA65EE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A78"/>
                </a:solidFill>
              </a:defRPr>
            </a:pPr>
            <a:r>
              <a:rPr sz="1650" b="1">
                <a:solidFill>
                  <a:srgbClr val="227A78"/>
                </a:solidFill>
              </a:rPr>
              <a:t>nonce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D78A8-477B-4626-9796-B1195C46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0047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јединствена вриједност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A1EC5-DEC4-4D59-90E0-AC5CA36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1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D59294-850E-4490-A7D3-A1EA4102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A78"/>
                </a:solidFill>
              </a:defRPr>
            </a:pPr>
            <a:r>
              <a:rPr sz="1650" b="1">
                <a:solidFill>
                  <a:srgbClr val="227A78"/>
                </a:solidFill>
              </a:rPr>
              <a:t>timestamp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7EC61-5CD0-44CD-A416-345FD37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3"/>
                </a:solidFill>
              </a:defRPr>
            </a:pPr>
            <a:r>
              <a:rPr sz="1275" b="0">
                <a:solidFill>
                  <a:srgbClr val="657083"/>
                </a:solidFill>
              </a:rPr>
              <a:t>вријеме слања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45082-5D48-44C9-86F4-FA9A4E89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Резултат: измјена методе, путање или тијела поништава доказ; nonce и timestamp спречавају поновљено слање.</a:t>
            </a:r>
          </a:p>
        </p:txBody>
      </p:sp>
    </p:spTree>
    <p:extLst>
      <p:ext uri="{BB962C8B-B14F-4D97-AF65-F5344CB8AC3E}">
        <p14:creationId xmlns:p14="http://schemas.microsoft.com/office/powerpoint/2010/main" val="1651888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09A84-2C2A-4CC7-AAF4-33B14108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F4AE4-2113-41BD-9E79-933FEB9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C82F9-5F22-4262-9C34-9868E86A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ДЕМОНСТРАЦИОНА АПЛИКАЦИЈА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D42ED-885E-402A-9020-5EBC7C7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0F91B-8267-4513-A171-0C17D2E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BFB39-879A-418F-A9EB-644A7CAE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ZKP је интегрисан у стварну комуникацију три микросервиса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7D34-EA1A-490E-9963-B0E1D24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90B01-950C-4619-A02A-704C615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39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Клијент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C83C3-8B07-4862-A524-7511708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1000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42A8A-1756-4105-A8DC-53F2B143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19375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397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7BCDE-6569-4F06-BFAD-BAA8A489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76525"/>
            <a:ext cx="21050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OrderService</a:t>
            </a:r>
          </a:p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обрада наруџбе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1FDAE-4255-4A76-8328-121B40F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1047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90AC9-8964-45A7-8842-8EBD7D55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1047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BEFA6-1C14-44EA-8FC2-717542EA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6CF6-0EFC-410F-951E-922FF78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6690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WarehouseService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управљање залихама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7B0B2-17EF-4EA7-A46C-869139C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3048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4288">
            <a:solidFill>
              <a:srgbClr val="8064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C72AC-4065-48A4-9616-9EC3938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7190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PaymentService</a:t>
            </a:r>
          </a:p>
          <a:p xmlns:a="http://schemas.openxmlformats.org/drawingml/2006/main">
            <a:pPr algn="ctr"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обрада плаћања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D5A78-53AD-4642-A68C-FC89493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083"/>
                </a:solidFill>
              </a:defRPr>
            </a:pPr>
            <a:r>
              <a:rPr sz="1350" b="1">
                <a:solidFill>
                  <a:srgbClr val="657083"/>
                </a:solidFill>
              </a:rPr>
              <a:t>ZKP доказ у HTTP заглављу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8C178-B28D-4ACC-A03B-75B946E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Приватни кључ остаје у OrderService сервису; примаоци користе само његов јавни кључ.</a:t>
            </a:r>
          </a:p>
        </p:txBody>
      </p:sp>
    </p:spTree>
    <p:extLst>
      <p:ext uri="{BB962C8B-B14F-4D97-AF65-F5344CB8AC3E}">
        <p14:creationId xmlns:p14="http://schemas.microsoft.com/office/powerpoint/2010/main" val="1660232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9BDC68-8651-4FD1-8310-AA915BF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7EB27-5570-4DD4-BE3B-86A7C85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55315-6CF0-4BF8-9DE7-D8DF7C5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ТОК АУТЕНТИФИКАЦИЈЕ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37F1B-4083-44E1-805A-66F8683D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35CC6-C4A0-4948-ACA0-7B74E5C5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D52A-7EDE-4B02-BFB4-FE944E4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Захтјев се обрађује тек након успјешне провјере доказа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F5289-F59A-4CCC-9DAC-4CBB2E8D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099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2BFE2-37A9-4034-AD74-431A446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11281-794A-4117-B281-8422169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190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DA3CB-71F3-441B-8465-7578021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020AD-4E30-4DE0-951D-C41E7EF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33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Формирање</a:t>
            </a:r>
          </a:p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контекста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54B8A-6D7E-4136-B507-AD2548E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6CE3-DDE7-4C50-9DBF-3076077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2446E-39E1-41CA-B5CC-9AD6C54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97915-901A-4EAF-A876-68543F05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C338E-7AA0-4E0F-B521-0E044F73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533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Генерисање</a:t>
            </a:r>
          </a:p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Schnorr доказа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AA814-7A86-435F-839A-EA360B25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41FBD-7475-490A-9C4C-B87EAC8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59714-B8F8-41D0-88DD-97181A96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19467-D954-4FED-8047-FE777C21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2EAB1-660A-4B0A-9EE9-C49C3A0C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533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Слање доказа</a:t>
            </a:r>
          </a:p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у HTTP заглављу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0C0C6-90DA-4634-AD51-76B4778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3086D-A77D-485D-B948-C8936F73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8CABB-E702-4169-B984-152B18E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90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90CA9-9C06-42B0-85D6-8015338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A98D5-74DC-460F-9873-6186F1B3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57500"/>
            <a:ext cx="1533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Провјера контекста,</a:t>
            </a:r>
          </a:p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времена и nonce-а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97693-A66B-4A80-9815-95A89B2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33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8A2B6-6582-46F7-85BF-936BED78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90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806F1-0CC6-485C-9145-F7EE21C7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762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77A15-056F-4181-92D9-5CC41C37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533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Извршавање</a:t>
            </a:r>
          </a:p>
          <a:p xmlns:a="http://schemas.openxmlformats.org/drawingml/2006/main">
            <a:pPr algn="ctr">
              <a:defRPr sz="1425" b="1">
                <a:solidFill>
                  <a:srgbClr val="172B4D"/>
                </a:solidFill>
              </a:defRPr>
            </a:pPr>
            <a:r>
              <a:rPr sz="1425" b="1">
                <a:solidFill>
                  <a:srgbClr val="172B4D"/>
                </a:solidFill>
              </a:rPr>
              <a:t>пословне логике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91578-274E-479C-9E11-5C0F190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7429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14288">
            <a:solidFill>
              <a:srgbClr val="E5B8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D8CD5-0754-497E-9C87-5FD8F707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05A63"/>
                </a:solidFill>
              </a:defRPr>
            </a:pPr>
            <a:r>
              <a:rPr sz="1500" b="1">
                <a:solidFill>
                  <a:srgbClr val="D05A63"/>
                </a:solidFill>
              </a:rPr>
              <a:t>Неисправан, истекао или већ искоришћен доказ → захтјев се одбија као неауторизован.</a:t>
            </a:r>
          </a:p>
        </p:txBody>
      </p:sp>
    </p:spTree>
    <p:extLst>
      <p:ext uri="{BB962C8B-B14F-4D97-AF65-F5344CB8AC3E}">
        <p14:creationId xmlns:p14="http://schemas.microsoft.com/office/powerpoint/2010/main" val="1820934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828A0-E149-4A00-83F8-41005E28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FF6F-C3B6-48C5-9FF3-7ECF0D8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69D7F-B300-434B-9221-548CF5DB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РЕЗУЛТАТИ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E33F1-6736-458B-9547-B310644D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B1ADB-E14C-4A46-8C43-6ABFE2AF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EB865-60F7-4634-9D0F-38F4CA10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Генерисање и провјера трају мање од 0,1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68054-7B0C-44D5-9147-F4C0233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Criterion • Intel Core i7 • 16 GB RAM • release режим • 200 узорака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4706B-00CA-4B3B-9889-903DEA7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Генерисање доказа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EF44F-FC17-4667-9E41-8ED829F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5715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8CDC3-386D-470D-A65D-CE68FA19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4070394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1A72F-52F9-41F9-ADC5-163AA6E5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973E6"/>
                </a:solidFill>
              </a:defRPr>
            </a:pPr>
            <a:r>
              <a:rPr sz="1800" b="1">
                <a:solidFill>
                  <a:srgbClr val="3973E6"/>
                </a:solidFill>
              </a:rPr>
              <a:t>71,223 µs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6F398-C3DD-4E96-84FC-AA8BCA25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Провјера доказа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F09F4-B141-4161-BE6A-245521E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715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996DA-CFF9-4A1B-BCAA-E36BAC3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46561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EBEE1-59A0-4D43-A119-A5A6B879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27A78"/>
                </a:solidFill>
              </a:defRPr>
            </a:pPr>
            <a:r>
              <a:rPr sz="1800" b="1">
                <a:solidFill>
                  <a:srgbClr val="227A78"/>
                </a:solidFill>
              </a:rPr>
              <a:t>81,472 µs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EDEA2-3F74-484F-8531-C183DFA4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4762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47CCB-078E-4887-B0E6-1F12A42E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73E6"/>
                </a:solidFill>
              </a:defRPr>
            </a:pPr>
            <a:r>
              <a:rPr sz="2550" b="1">
                <a:solidFill>
                  <a:srgbClr val="3973E6"/>
                </a:solidFill>
              </a:rPr>
              <a:t>64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11946-E6B0-45B7-A86C-699C8623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сирови Schnorr доказ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4927B-C765-4C56-967B-2B81F79C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4762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B0134-FEA2-4BBC-A8B5-6781164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7A78"/>
                </a:solidFill>
              </a:defRPr>
            </a:pPr>
            <a:r>
              <a:rPr sz="2550" b="1">
                <a:solidFill>
                  <a:srgbClr val="227A78"/>
                </a:solidFill>
              </a:rPr>
              <a:t>290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D16AB-CABB-47A2-BA4D-FD47F5B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387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бинарни AuthProofBundle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AB684-B52D-4C1F-B04D-F443C27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730CC-4185-48E1-BDE2-CCA992A8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7A78"/>
                </a:solidFill>
              </a:defRPr>
            </a:pPr>
            <a:r>
              <a:rPr sz="1350" b="1">
                <a:solidFill>
                  <a:srgbClr val="227A78"/>
                </a:solidFill>
              </a:rPr>
              <a:t>Функционални тестови: исправни захтјеви су прихваћени, а измијењени, истекли и поновљени докази одбијени.</a:t>
            </a:r>
          </a:p>
        </p:txBody>
      </p:sp>
    </p:spTree>
    <p:extLst>
      <p:ext uri="{BB962C8B-B14F-4D97-AF65-F5344CB8AC3E}">
        <p14:creationId xmlns:p14="http://schemas.microsoft.com/office/powerpoint/2010/main" val="613914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B1DBA-5905-4BE8-BB45-309F269C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B8AF9-D494-4D25-A9F3-1AFCAA3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947A-5A9E-4A94-A19A-CAB7AE6A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3E6"/>
                </a:solidFill>
              </a:defRPr>
            </a:pPr>
            <a:r>
              <a:rPr sz="1050" b="1">
                <a:solidFill>
                  <a:srgbClr val="3973E6"/>
                </a:solidFill>
              </a:rPr>
              <a:t>ЗАКЉУЧАК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6837F-14F6-41CF-B0F2-BB8E37E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083"/>
                </a:solidFill>
              </a:defRPr>
            </a:pPr>
            <a:r>
              <a:rPr sz="1050" b="1">
                <a:solidFill>
                  <a:srgbClr val="65708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10AE9-251D-4A71-8C3D-CD8BA1AB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83DDD-87E7-4DCE-BDEE-A3AA07C7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Рјешење потврђује изводљивост ZKP аутентификације микросервиса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486D8-9E26-4AB9-A47C-D86C2E7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5AB85-A700-47DF-A13B-EC0420F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Приватни кључ се не преноси, а доказ се везује за конкретан HTTP захтјев.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DC499-B642-405B-965E-5296A9E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8B23A-92BF-4214-BA59-509268B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Библиотека раздваја Schnorr криптографију од аутентификационог слоја.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9FF30-F685-4B2A-BAB9-3AAE98C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7BB1A-C151-4941-8E0C-3B92FF26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Функционалност и перформансе су потврђене у демонстрационој апликацији.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B4151-B99D-4F71-A6F4-F55C6257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14288">
            <a:solidFill>
              <a:srgbClr val="DCE4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F0CCC-3422-4FD5-9FD7-837BBD42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05A63"/>
                </a:solidFill>
              </a:defRPr>
            </a:pPr>
            <a:r>
              <a:rPr sz="1650" b="1">
                <a:solidFill>
                  <a:srgbClr val="D05A63"/>
                </a:solidFill>
              </a:rPr>
              <a:t>Ограничење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A2182-C77D-4884-BA20-1026BBD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3"/>
                </a:solidFill>
              </a:defRPr>
            </a:pPr>
            <a:r>
              <a:rPr sz="1425" b="0">
                <a:solidFill>
                  <a:srgbClr val="657083"/>
                </a:solidFill>
              </a:rPr>
              <a:t>Већи трошак и сложенија интеграција од једноставнијих, зрелијих механизама.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E562C-A0E8-49CB-AE29-F29DD8DA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14288">
            <a:solidFill>
              <a:srgbClr val="4CB8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8E3B0-20EA-4189-BED8-87758EB3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A78"/>
                </a:solidFill>
              </a:defRPr>
            </a:pPr>
            <a:r>
              <a:rPr sz="1650" b="1">
                <a:solidFill>
                  <a:srgbClr val="227A78"/>
                </a:solidFill>
              </a:rPr>
              <a:t>Даљи развој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A7A13-E864-4E48-8927-92C7914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83"/>
                </a:solidFill>
              </a:defRPr>
            </a:pPr>
            <a:r>
              <a:rPr sz="1425" b="0">
                <a:solidFill>
                  <a:srgbClr val="657083"/>
                </a:solidFill>
              </a:rPr>
              <a:t>Регистар јавних кључева, Redis replay заштита, ротација кључева и интеграција са mTLS-ом.</a:t>
            </a:r>
          </a:p>
        </p:txBody>
      </p:sp>
    </p:spTree>
    <p:extLst>
      <p:ext uri="{BB962C8B-B14F-4D97-AF65-F5344CB8AC3E}">
        <p14:creationId xmlns:p14="http://schemas.microsoft.com/office/powerpoint/2010/main" val="323437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48CBC-E87C-44D4-9A60-983BFC50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E662C-BA17-4683-8C44-DA58B50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196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8C30B-1D03-4C07-8A53-EDACC20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E83EC-BC73-49A6-B627-A2A87F2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3862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E2C3-269C-4DA1-A1DE-EFEE181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2B4D"/>
                </a:solidFill>
              </a:defRPr>
            </a:pPr>
            <a:r>
              <a:rPr sz="4050" b="1">
                <a:solidFill>
                  <a:srgbClr val="172B4D"/>
                </a:solidFill>
              </a:rPr>
              <a:t>Хвала на пажњи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36CD2-3F76-4BFC-93D2-6401CF8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B8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E08DA-39A8-4536-A16D-2031F0F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973E6"/>
                </a:solidFill>
              </a:defRPr>
            </a:pPr>
            <a:r>
              <a:rPr sz="2850" b="1">
                <a:solidFill>
                  <a:srgbClr val="3973E6"/>
                </a:solidFill>
              </a:rPr>
              <a:t>Питања?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96B69-F886-4606-B2AB-D579B7E8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083"/>
                </a:solidFill>
              </a:defRPr>
            </a:pPr>
            <a:r>
              <a:rPr sz="1500" b="0">
                <a:solidFill>
                  <a:srgbClr val="657083"/>
                </a:solidFill>
              </a:rPr>
              <a:t>Наташа Кашиковић · SV69/2022</a:t>
            </a:r>
          </a:p>
        </p:txBody>
      </p:sp>
    </p:spTree>
    <p:extLst>
      <p:ext uri="{BB962C8B-B14F-4D97-AF65-F5344CB8AC3E}">
        <p14:creationId xmlns:p14="http://schemas.microsoft.com/office/powerpoint/2010/main" val="1918192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2026-09-06T20:18:23.8040000Z</dcterms:created>
  <dcterms:modified xsi:type="dcterms:W3CDTF">2026-09-06T20:18:23.8050000Z</dcterms:modified>
</coreProperties>
</file>